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fact-checking dashboard for claims, links, and article previews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React, TypeScript, Vite, Tailwind CSS, Three.js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Express, Gemini API, Axios, Cheerio, Wikipedia context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help users verify misinformation more quickly and clearly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 spreads quickly across social media and news platforms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often see emotional or misleading claims without reliable citations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fact-checking takes time and requires checking many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dashboard can make verification faster and easier to understand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enter a claim, question, or article URL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collects context using scraping and Wikipedia when useful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generates a structured verification result in JSON format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displays verdict, confidence, explanation, sources, and risk signals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built with React and TypeScript using Vite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built with Express and REST API endpoints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 include Gemini for AI analysis and Wikipedia for context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is stored locally in a JSON file for later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accept and validate the user input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match against hardcoded sentinel truths for known demo cases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scrape URL text or fetch Wikipedia snippet for more context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send a strict JSON prompt to Gemini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return verdict, confidence, red flags, related claims, and 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and URL verification from one input box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and explanation for each result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level, sentiment, and score breakdown panels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history, copy/share actions, and feedback form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UI with theme toggle and animated visuals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and TypeScript for the frontend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and Lucide icons for UI styling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with react-three-fiber for visual effects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5, Axios, Cheerio, dotenv, and Gemini SDK on the backend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PptxGenJS used to generate this presentation file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homepage and introduce the project goal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sample claim such as The earth is flat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verdict, confidence, and explanation returned by the app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URL to demonstrate preview and article context handling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recent history and feedback sections to close the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browser extension folder into a real extension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local JSON storage with a database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source ranking and credibility scoring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multilingual fact-checking and user accounts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production reliability and observability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AI combines UI design, backend APIs, and AI reasoning in one project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designed as a practical demo for misinformation detection workflows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Veritas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Veritas AI Presentation</dc:title>
  <dc:subject>Project presentation</dc:subject>
  <dc:creator>OpenAI Codex</dc:creator>
  <cp:lastModifiedBy>OpenAI Codex</cp:lastModifiedBy>
  <cp:revision>1</cp:revision>
  <dcterms:created xsi:type="dcterms:W3CDTF">2026-03-29T16:12:34Z</dcterms:created>
  <dcterms:modified xsi:type="dcterms:W3CDTF">2026-03-29T16:12:34Z</dcterms:modified>
</cp:coreProperties>
</file>